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05840"/>
            <a:ext cx="8942832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2011680"/>
            <a:ext cx="8942832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3017520"/>
            <a:ext cx="8942832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0"/>
            <a:ext cx="8942832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— BLUESTOCK FINTECH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Platform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943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2331720" cy="10972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Stream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 Power BI Dashboards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240280"/>
            <a:ext cx="2331720" cy="10972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Stream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ETL + ML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240280"/>
            <a:ext cx="2331720" cy="1097280"/>
          </a:xfrm>
          <a:prstGeom prst="rect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Stream 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2724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Django Web +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Intern Project  ·  April – June 2025  ·  Bluestock Fintech Pvt. Ltd.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526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Confidential — Educational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financial intelligence platform covering India's Nifty 100 companies — transforming raw historical data into professional dashboards, an interactive website, and a secured API.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1737360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92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Companies Tracked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18745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874520"/>
            <a:ext cx="173736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4884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Years of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18745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77640" y="1874520"/>
            <a:ext cx="1737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7764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Power BI Dashboards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06440" y="18745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874520"/>
            <a:ext cx="1737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0644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Tests — All Passing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35240" y="18745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874520"/>
            <a:ext cx="1737360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984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63524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Charts per Company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154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Built to professional standards — comparable to: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474720"/>
            <a:ext cx="1920240" cy="41148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Screener.in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474720"/>
            <a:ext cx="1920240" cy="41148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Trendlyne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1920240" cy="41148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Tijori Finance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03720" y="3474720"/>
            <a:ext cx="1920240" cy="41148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Refinitiv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ETL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46888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  EXTRACT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7 Excel tables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→ Raw CSVs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in data/raw/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21488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325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24688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  CLEAN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178308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Year standardise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Compute 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derived metrics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214884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325880"/>
            <a:ext cx="24688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  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9048" y="178308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Star schema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PostgreSQL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8 quality checks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1546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Star Schema Design: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493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4 Dimension Tables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767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dim_company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995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dim_year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2245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dim_sector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4531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dim_health_label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3493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7 Fact Tables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767328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fact_profit_loss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0" y="3959352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fact_balance_sheet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31920" y="4151376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fact_cash_flow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31920" y="4343400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fact_analysis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4535424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fact_ml_scores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31920" y="4727448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fact_pros_cons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31920" y="4919472"/>
            <a:ext cx="3200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fact_documents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 A — POWER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Power BI Analytics Dashboards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0292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80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Executive Overview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Market snapshot · Sector performance · YoY tracker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50292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214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Company Deep Dive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4414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Financial summary · Balance sheet · Cash flow · Returns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1693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16936"/>
            <a:ext cx="5029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Sector Comparison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2369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Cross-sector revenue · Margins · Leverage trends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5029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1246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Health Scorecard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0325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ML score leaderboard · Score radar · Pros &amp; cons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25880"/>
            <a:ext cx="50292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258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380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Growth &amp; Valuation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49240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CAGR scatter · OPM% heatmap · EPS rankings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1214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121408"/>
            <a:ext cx="502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2140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1762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Debt &amp; Leverage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49240" y="24414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D/E heatmap · Interest coverage · Debt trajectory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1693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16936"/>
            <a:ext cx="5029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169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2971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Dividends &amp; Returns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49240" y="32369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Payout rankings · Consistency · Shareholder radar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Scoring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Profitability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25%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38074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380744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325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OPM%, Net Profit Margin, Consistency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874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20%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92938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929384"/>
            <a:ext cx="731520" cy="23774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874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CAGR 3Y / 5Y / 10Y from analysis table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423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4231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47802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478024"/>
            <a:ext cx="7315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Debt-to-Equity ratio, Interest Coverage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Cash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971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15%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02666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3026664"/>
            <a:ext cx="548640" cy="23774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Positive OCF %, FCF, Cash Conversion Ratio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Dividend Record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520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0360" y="357530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3575304"/>
            <a:ext cx="36576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520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% years dividend paid, average payout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4069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Trend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40690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80360" y="4123944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4123944"/>
            <a:ext cx="3657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069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Linear regression slope + R² last 5 years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4572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Score Bands: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08760" y="4553712"/>
            <a:ext cx="1325880" cy="27432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EXCELLENT  85-100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4553712"/>
            <a:ext cx="1325880" cy="274320"/>
          </a:xfrm>
          <a:prstGeom prst="rect">
            <a:avLst/>
          </a:prstGeom>
          <a:solidFill>
            <a:srgbClr val="2E75B6">
              <a:alpha val="8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GOOD  70-84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26280" y="4553712"/>
            <a:ext cx="132588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AVERAGE  50-69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4553712"/>
            <a:ext cx="1325880" cy="274320"/>
          </a:xfrm>
          <a:prstGeom prst="rect">
            <a:avLst/>
          </a:prstGeom>
          <a:solidFill>
            <a:srgbClr val="E67E22">
              <a:alpha val="8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WEAK  35-49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43800" y="4553712"/>
            <a:ext cx="1325880" cy="27432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POOR  0-34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 C — WEB APP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Website &amp; REST 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6 Public Website Pages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6276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6276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Search, featured companies, sector grid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4114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/companies/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Company 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2103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Filterable table of all 92 companies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/company/{sym}/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5786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Company Detail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2578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 live Chart.js charts + tabs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026664"/>
            <a:ext cx="4114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540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/compare/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30540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71800" y="3054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Side-by-side up to 4 companies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50215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29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/screener/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5295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Screener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35295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Filter by OPM%, D/E, score, sector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4114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050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/sector/{name}/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40050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Sector Detail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All companies in a sector ranked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1234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8 Chart.js Charts per Company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60020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581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1. Revenue &amp; Profit Trend (Bar + Line)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984248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2. OPM% &amp; Net Profit Margin (Area)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368296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350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3. Borrowings vs Reserves (Bar)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752344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340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4. Cash Flow — Op/Inv/Fin (Bar)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136392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118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5. Free Cash Flow — Green/Red bars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52044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502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6. EPS &amp; Dividend History (Dual-line)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904488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886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7. Asset Composition (Stacked Bar)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4288536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270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8. CAGR Comparison 10Y/5Y/3Y/TTM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 Endpoints: /api/charts/{sym}/  ·  /api/companies/  ·  /api/screener/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 B —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Analytics Notebooks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624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NB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Exploratory Data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389888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20+ charts: distribution, correlation heatmap, outlier scatter, null coverage map, top/bottom rankings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751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NB 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1854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Financial Health Scoring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002536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6-dimension scoring model for 92 companies. Sensitivity analysis. Scores exported to PostgreSQL.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51176"/>
            <a:ext cx="64008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8775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NB 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7980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Anomaly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615184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Z-score + Isolation Forest. Flags unusual financial years. Agreement rate measured between methods.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63824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004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NB 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410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Sector Clustering (K-Means)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3227832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K=5 clusters via StandardScaler + PCA. Elbow method. Cross-sector group labels. PCA scatter chart.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7647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76472"/>
            <a:ext cx="64008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130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NB 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4023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Peer Comparison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84048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Cosine similarity on 5-metric feature vector. Top-5 peers per company. Validated: TCS → INFY/WIPRO.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389120"/>
            <a:ext cx="64008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NB 06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636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Revenue Forecasting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4453128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Linear trend: UP / FLAT / DOWN. 1-year forecasts with 90% CI for top 20 companies.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BI &amp; Dashboards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Microsoft Power BI Desktop + Power BI Service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3911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39112"/>
            <a:ext cx="6400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ETL &amp; Data Eng.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3.11  ·  pandas  ·  SQLAlchemy  ·  openpyxl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52344"/>
            <a:ext cx="64008" cy="6035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798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Data Warehouse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PostgreSQL 15  ·  Star Schema  ·  12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46557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65576"/>
            <a:ext cx="64008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ML &amp;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scikit-learn  ·  scipy  ·  statsmodels  ·  numpy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17880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78808"/>
            <a:ext cx="64008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Web Framework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Django 4.2  ·  Django REST Framework 3.15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25880"/>
            <a:ext cx="64008" cy="6035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Visualisation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1618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Chart.js 4.4  ·  8 chart types per company page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3911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39112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Infra &amp; Ops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Celery  ·  Redis  ·  Docker  ·  Docker Compose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75234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752344"/>
            <a:ext cx="64008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798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Testing &amp; QA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pytest  ·  pytest-django  ·  22 tests  ·  100% pass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6557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465576"/>
            <a:ext cx="64008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Security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9472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HMAC-SHA256 auth  ·  bcrypt hashing  ·  python-decouple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QUALITY &amp; DELIVERY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Project 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22 Automated Tests — All Passing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27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10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16824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DataServiceTests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layer, scoring, search, screener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286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23408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PageTests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 200 on all pages, 404 handling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443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APITests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JSON structure, filters, POST rejection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Project Folder 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6276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etl/               → 3 ETL scripts + schema.sql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901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          → 7 raw CSVs from Excel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1762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data/clean/        → Cleaned CSVs + computed cols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4505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django_app/        → Complete Django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72491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companies/     → Views, data_service, tests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9992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templates/     → 7 HTML pages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735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data/          → CSVs for web 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5478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         → 6 analytics scripts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8221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powerbi/           → 7 PBIX dashboard files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409651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  → All deps pinned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43708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→ Full local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29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Demo Quick-Start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pip install django pandas numpy openpyxl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32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cd django_app &amp;&amp; python run.py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083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Open  →  http://localhost:8000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Suggested demo pages: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/company/TCS/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38862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/screener/?label=EXCELLENT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3367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/compare/?s=TCS&amp;s=INFY&amp;s=WIPRO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423367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/sector/Banking/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N100-Bluestock Fintech  ·  Intern Project 2025  ·  Educational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N100-Bluestock Fintech — Project Presentation</dc:title>
  <dc:subject>Nifty 100 Financial Intelligence Platform</dc:subject>
  <dc:creator>Bluestock Fintech</dc:creator>
  <cp:lastModifiedBy>Bluestock Fintech</cp:lastModifiedBy>
  <cp:revision>1</cp:revision>
  <dcterms:created xsi:type="dcterms:W3CDTF">2026-06-08T04:57:03Z</dcterms:created>
  <dcterms:modified xsi:type="dcterms:W3CDTF">2026-06-08T04:57:03Z</dcterms:modified>
</cp:coreProperties>
</file>